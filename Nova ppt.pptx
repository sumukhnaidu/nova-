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AA3BACF-39D3-4BB9-8746-97C367A6986A}" v="6" dt="2026-04-06T09:51:40.9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nali Gautam" userId="8e1a17752549908b" providerId="LiveId" clId="{E21683D8-77B2-48D6-9BAE-69A219282223}"/>
    <pc:docChg chg="undo custSel modSld">
      <pc:chgData name="Sonali Gautam" userId="8e1a17752549908b" providerId="LiveId" clId="{E21683D8-77B2-48D6-9BAE-69A219282223}" dt="2026-04-06T09:54:00.177" v="110" actId="14100"/>
      <pc:docMkLst>
        <pc:docMk/>
      </pc:docMkLst>
      <pc:sldChg chg="modSp mod">
        <pc:chgData name="Sonali Gautam" userId="8e1a17752549908b" providerId="LiveId" clId="{E21683D8-77B2-48D6-9BAE-69A219282223}" dt="2026-04-06T09:39:01.077" v="4" actId="255"/>
        <pc:sldMkLst>
          <pc:docMk/>
          <pc:sldMk cId="3679931445" sldId="257"/>
        </pc:sldMkLst>
        <pc:spChg chg="mod">
          <ac:chgData name="Sonali Gautam" userId="8e1a17752549908b" providerId="LiveId" clId="{E21683D8-77B2-48D6-9BAE-69A219282223}" dt="2026-04-06T09:39:01.077" v="4" actId="255"/>
          <ac:spMkLst>
            <pc:docMk/>
            <pc:sldMk cId="3679931445" sldId="257"/>
            <ac:spMk id="6" creationId="{B88AD9CD-CFB0-97F2-617B-EF1420132690}"/>
          </ac:spMkLst>
        </pc:spChg>
      </pc:sldChg>
      <pc:sldChg chg="modSp mod">
        <pc:chgData name="Sonali Gautam" userId="8e1a17752549908b" providerId="LiveId" clId="{E21683D8-77B2-48D6-9BAE-69A219282223}" dt="2026-04-06T09:42:45.838" v="10" actId="20577"/>
        <pc:sldMkLst>
          <pc:docMk/>
          <pc:sldMk cId="1607210022" sldId="263"/>
        </pc:sldMkLst>
        <pc:spChg chg="mod">
          <ac:chgData name="Sonali Gautam" userId="8e1a17752549908b" providerId="LiveId" clId="{E21683D8-77B2-48D6-9BAE-69A219282223}" dt="2026-04-06T09:42:45.838" v="10" actId="20577"/>
          <ac:spMkLst>
            <pc:docMk/>
            <pc:sldMk cId="1607210022" sldId="263"/>
            <ac:spMk id="5" creationId="{EDC5C063-F64D-9285-3CEC-7B7816B08A6D}"/>
          </ac:spMkLst>
        </pc:spChg>
      </pc:sldChg>
      <pc:sldChg chg="addSp delSp modSp mod">
        <pc:chgData name="Sonali Gautam" userId="8e1a17752549908b" providerId="LiveId" clId="{E21683D8-77B2-48D6-9BAE-69A219282223}" dt="2026-04-06T09:54:00.177" v="110" actId="14100"/>
        <pc:sldMkLst>
          <pc:docMk/>
          <pc:sldMk cId="696313924" sldId="264"/>
        </pc:sldMkLst>
        <pc:spChg chg="del mod">
          <ac:chgData name="Sonali Gautam" userId="8e1a17752549908b" providerId="LiveId" clId="{E21683D8-77B2-48D6-9BAE-69A219282223}" dt="2026-04-06T09:53:55.068" v="109" actId="21"/>
          <ac:spMkLst>
            <pc:docMk/>
            <pc:sldMk cId="696313924" sldId="264"/>
            <ac:spMk id="3" creationId="{D4A906B9-56E0-797C-DD33-8F28BE5FF209}"/>
          </ac:spMkLst>
        </pc:spChg>
        <pc:picChg chg="add mod">
          <ac:chgData name="Sonali Gautam" userId="8e1a17752549908b" providerId="LiveId" clId="{E21683D8-77B2-48D6-9BAE-69A219282223}" dt="2026-04-06T09:54:00.177" v="110" actId="14100"/>
          <ac:picMkLst>
            <pc:docMk/>
            <pc:sldMk cId="696313924" sldId="264"/>
            <ac:picMk id="6" creationId="{6681BE39-6691-E502-ACF7-4ECF8263F12F}"/>
          </ac:picMkLst>
        </pc:picChg>
      </pc:sldChg>
      <pc:sldChg chg="addSp modSp mod">
        <pc:chgData name="Sonali Gautam" userId="8e1a17752549908b" providerId="LiveId" clId="{E21683D8-77B2-48D6-9BAE-69A219282223}" dt="2026-04-06T09:49:44.697" v="78" actId="1076"/>
        <pc:sldMkLst>
          <pc:docMk/>
          <pc:sldMk cId="2148683140" sldId="265"/>
        </pc:sldMkLst>
        <pc:spChg chg="mod">
          <ac:chgData name="Sonali Gautam" userId="8e1a17752549908b" providerId="LiveId" clId="{E21683D8-77B2-48D6-9BAE-69A219282223}" dt="2026-04-06T09:49:37.472" v="77" actId="14100"/>
          <ac:spMkLst>
            <pc:docMk/>
            <pc:sldMk cId="2148683140" sldId="265"/>
            <ac:spMk id="5" creationId="{8D47E508-5BF1-ED3E-F605-C40E5A5D31C2}"/>
          </ac:spMkLst>
        </pc:spChg>
        <pc:picChg chg="add mod">
          <ac:chgData name="Sonali Gautam" userId="8e1a17752549908b" providerId="LiveId" clId="{E21683D8-77B2-48D6-9BAE-69A219282223}" dt="2026-04-06T09:49:44.697" v="78" actId="1076"/>
          <ac:picMkLst>
            <pc:docMk/>
            <pc:sldMk cId="2148683140" sldId="265"/>
            <ac:picMk id="6" creationId="{C38914DF-B73C-3190-8C09-876DB160A66F}"/>
          </ac:picMkLst>
        </pc:picChg>
      </pc:sldChg>
      <pc:sldChg chg="addSp delSp modSp mod">
        <pc:chgData name="Sonali Gautam" userId="8e1a17752549908b" providerId="LiveId" clId="{E21683D8-77B2-48D6-9BAE-69A219282223}" dt="2026-04-06T09:52:07.173" v="97" actId="20577"/>
        <pc:sldMkLst>
          <pc:docMk/>
          <pc:sldMk cId="721136035" sldId="266"/>
        </pc:sldMkLst>
        <pc:spChg chg="mod">
          <ac:chgData name="Sonali Gautam" userId="8e1a17752549908b" providerId="LiveId" clId="{E21683D8-77B2-48D6-9BAE-69A219282223}" dt="2026-04-06T09:52:07.173" v="97" actId="20577"/>
          <ac:spMkLst>
            <pc:docMk/>
            <pc:sldMk cId="721136035" sldId="266"/>
            <ac:spMk id="5" creationId="{BEAB73C8-CDF5-3F57-A992-0D7166F0D0CC}"/>
          </ac:spMkLst>
        </pc:spChg>
        <pc:picChg chg="add del mod">
          <ac:chgData name="Sonali Gautam" userId="8e1a17752549908b" providerId="LiveId" clId="{E21683D8-77B2-48D6-9BAE-69A219282223}" dt="2026-04-06T09:51:43.560" v="91" actId="478"/>
          <ac:picMkLst>
            <pc:docMk/>
            <pc:sldMk cId="721136035" sldId="266"/>
            <ac:picMk id="6" creationId="{B7D9248B-15CE-5E6F-0191-9C04C986B98F}"/>
          </ac:picMkLst>
        </pc:picChg>
        <pc:picChg chg="add del mod">
          <ac:chgData name="Sonali Gautam" userId="8e1a17752549908b" providerId="LiveId" clId="{E21683D8-77B2-48D6-9BAE-69A219282223}" dt="2026-04-06T09:51:10.363" v="89" actId="478"/>
          <ac:picMkLst>
            <pc:docMk/>
            <pc:sldMk cId="721136035" sldId="266"/>
            <ac:picMk id="8" creationId="{4C6CBCB1-9F14-8C54-9A83-A4E8C0BE1B9A}"/>
          </ac:picMkLst>
        </pc:picChg>
      </pc:sldChg>
      <pc:sldChg chg="modSp mod">
        <pc:chgData name="Sonali Gautam" userId="8e1a17752549908b" providerId="LiveId" clId="{E21683D8-77B2-48D6-9BAE-69A219282223}" dt="2026-04-06T09:47:06.213" v="69" actId="20577"/>
        <pc:sldMkLst>
          <pc:docMk/>
          <pc:sldMk cId="2135367045" sldId="269"/>
        </pc:sldMkLst>
        <pc:spChg chg="mod">
          <ac:chgData name="Sonali Gautam" userId="8e1a17752549908b" providerId="LiveId" clId="{E21683D8-77B2-48D6-9BAE-69A219282223}" dt="2026-04-06T09:33:34.088" v="0" actId="14100"/>
          <ac:spMkLst>
            <pc:docMk/>
            <pc:sldMk cId="2135367045" sldId="269"/>
            <ac:spMk id="2" creationId="{BCC69965-D790-CADB-8E84-39390523C4C1}"/>
          </ac:spMkLst>
        </pc:spChg>
        <pc:spChg chg="mod">
          <ac:chgData name="Sonali Gautam" userId="8e1a17752549908b" providerId="LiveId" clId="{E21683D8-77B2-48D6-9BAE-69A219282223}" dt="2026-04-06T09:47:06.213" v="69" actId="20577"/>
          <ac:spMkLst>
            <pc:docMk/>
            <pc:sldMk cId="2135367045" sldId="269"/>
            <ac:spMk id="6" creationId="{B8A35DE3-EB13-2BDB-C6EF-256EC4ACC71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BB35B-15DF-1563-E1E6-3845FCA76C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E6EE55-FF90-A823-16A1-6F6450F84E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A645E6-E02A-630E-9E35-B55098524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D403A-96C4-4E6D-A71F-8A0C524F883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67CFF2-04C4-D152-4B8C-AFED00A05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AB12CE-DCE2-96EF-7CEE-8E5D563EE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BF9F6-EF0C-42F6-AD23-B39F56094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68189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16BCA-7DA4-AC5D-DB5B-BF00F775E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EA1BD7-71AC-9349-A609-C51E816F4E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8B6FAA-61B0-77BB-CEF0-F1CF07A34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D403A-96C4-4E6D-A71F-8A0C524F883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96C92B-15E0-3E8F-AD28-102BD8E9B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3FF385-A966-EA8E-0ECE-49D772CAF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BF9F6-EF0C-42F6-AD23-B39F56094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22100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08E79-18B3-6824-A352-5DD67F9E08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F9A1D8-509A-42D0-50B0-76D2447C33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907469-EB53-4791-3819-CB948CDA0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D403A-96C4-4E6D-A71F-8A0C524F883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B43A63-86B2-56C2-146C-375C09EF7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EB58CA-558F-0BA3-2E77-81074CAA5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BF9F6-EF0C-42F6-AD23-B39F56094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5767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720D9-4F99-6D14-D995-CAA15D3F8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599739-08A2-9366-52EB-7D3C17D39C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1E9B05-C5F0-60AB-4006-D800F2FCBC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445333-A7F4-9901-56FD-ACDD167DE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D403A-96C4-4E6D-A71F-8A0C524F883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A76C3F-6B03-39CA-5636-A61F11DF6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F9D20D-CA3D-5E6B-0E76-D97F909C1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BF9F6-EF0C-42F6-AD23-B39F56094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37980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97F43-199E-9BCE-4D50-8954E0BE8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6944D7-22FF-36E1-07F6-22B641C1A8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CD578C-0C27-36FD-D472-D82FECC0B4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7E7AE5-1AAE-E65C-8B3C-DFFEBDDFC6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CFE1B1-3F36-0693-EC88-BD4DD6BA76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BC6DC3-E138-7203-3032-7A1B1C8F7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D403A-96C4-4E6D-A71F-8A0C524F883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4CA86E1-47F6-C489-4161-38C1E5B29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72C850-8984-D4A3-A7DE-A2403DF60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BF9F6-EF0C-42F6-AD23-B39F56094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31251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610CE-4398-0C10-BE9E-9D6A4199D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E4C36B-338F-4187-B505-9F3CCC6AA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D403A-96C4-4E6D-A71F-8A0C524F883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00D226-7EC5-6E85-9BBB-1CCA90967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EED67B-ACA7-C075-7748-E1BB773FA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BF9F6-EF0C-42F6-AD23-B39F56094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2969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5109B3-7EF0-CD32-1BFA-5328B75A0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D403A-96C4-4E6D-A71F-8A0C524F883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EA2E8F-C387-572C-CD62-8CF7A66F6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D60C2C-1F2B-51AB-C9F8-19DB99925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BF9F6-EF0C-42F6-AD23-B39F56094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56199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C6AEC-9BA0-FC55-91D9-596305A8DE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0FD214-E3F2-EEB2-2959-022E2A6FF6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20B84B-ADF1-B398-7318-B2C5B1F957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3AFB36-A21B-414B-9428-9E72946DE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D403A-96C4-4E6D-A71F-8A0C524F883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F86F34-1B4B-6F27-5041-44614842D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A251D5-4BB1-F69B-6B1F-7E84E1620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BF9F6-EF0C-42F6-AD23-B39F56094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26753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82E39-BD9F-5C3C-D08A-AB8A6285B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602E83-9BBB-546C-6579-DB76899944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681896-3FD0-751E-CB7B-EA1C04BDBB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28E466-427F-63B4-ED25-284497B2E7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D403A-96C4-4E6D-A71F-8A0C524F883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59ABBE-94A1-F6B9-10C0-40671AE59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934366-3637-7934-0DF7-A5830FB11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BF9F6-EF0C-42F6-AD23-B39F56094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38535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7C403-1CBB-80EC-73A8-3EDB4CFC9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964E7E-9512-F79C-3FD5-4EBFF865A8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84D681-3469-5E46-6E8F-BB3E5942B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D403A-96C4-4E6D-A71F-8A0C524F883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4237A4-C073-9A53-503A-8B3D7CE91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9EE962-73F4-EA2D-AED4-1273FAF76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BF9F6-EF0C-42F6-AD23-B39F56094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5570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0782872-BD1F-5FE4-6E63-AD318388EC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91EE48-43E8-58C9-147D-9441A51774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85C8A8-3FED-5156-3D67-A68A70FF6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D403A-96C4-4E6D-A71F-8A0C524F883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18C20D-3E76-6CC2-EA7D-E05C92D04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F1B5D8-51DD-5D53-BABF-6B8E5E548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BF9F6-EF0C-42F6-AD23-B39F56094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47084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90BA52-6A8D-EDB3-CBD0-0AAD804FA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128725-ED4F-0BC9-E489-8DF39A73F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D81F21-289C-BD44-047B-155F9FB921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0D403A-96C4-4E6D-A71F-8A0C524F883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7B1A81-041A-5B2C-CADF-7173BB18DD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89948D-7CCA-4327-C4DE-AA33A24A47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FBF9F6-EF0C-42F6-AD23-B39F56094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06760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5FFA9D-AA8C-183A-340F-4284C2533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700F163-E7FA-1B2C-D5E0-4ABC6D628E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BD2B560-468C-AE00-FD08-190FAA9C2C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1828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Montserrat" panose="00000500000000000000" pitchFamily="2" charset="0"/>
              </a:rPr>
              <a:t>Healthcare Expense Tracker &amp; AI Insurance Advisor</a:t>
            </a:r>
            <a:endParaRPr lang="en-IN" b="1" dirty="0">
              <a:latin typeface="Montserrat" panose="00000500000000000000" pitchFamily="2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B88AD9CD-CFB0-97F2-617B-EF142013269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524000" y="3460423"/>
            <a:ext cx="5744906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Project Name: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altLang="en-US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Clinical Curative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Tagline: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</a:t>
            </a:r>
            <a:r>
              <a:rPr lang="en-US" sz="2000" dirty="0"/>
              <a:t>rack Expenses. Choose Insurance Smartly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Team Name: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altLang="en-US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Nova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Event: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DevCraft: Simon’s Command Line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Date</a:t>
            </a:r>
            <a:r>
              <a:rPr lang="en-US" altLang="en-US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06/04/2026</a:t>
            </a: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Domain: </a:t>
            </a:r>
            <a:r>
              <a:rPr lang="en-IN" sz="2000" dirty="0"/>
              <a:t>Healthcare + FinTech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99314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608B3B-0FDC-937D-B730-D2DCFE2DB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EA4A0CE-87ED-FA30-F1CA-9ABEA24119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97E70B9-3D8E-AC8C-FD71-33A8999FB4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12723"/>
            <a:ext cx="9144000" cy="1371598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Montserrat" panose="00000500000000000000" pitchFamily="2" charset="0"/>
              </a:rPr>
              <a:t>Problem Statement</a:t>
            </a:r>
            <a:br>
              <a:rPr lang="en-IN" b="1" dirty="0">
                <a:latin typeface="Montserrat" panose="00000500000000000000" pitchFamily="2" charset="0"/>
              </a:rPr>
            </a:br>
            <a:endParaRPr lang="en-IN" b="1" dirty="0">
              <a:latin typeface="Montserrat" panose="000005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7F1E93-59A6-772B-57CE-D8B175BB80AC}"/>
              </a:ext>
            </a:extLst>
          </p:cNvPr>
          <p:cNvSpPr txBox="1"/>
          <p:nvPr/>
        </p:nvSpPr>
        <p:spPr>
          <a:xfrm>
            <a:off x="1769806" y="3726425"/>
            <a:ext cx="7236542" cy="17894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F76C42E2-B03A-1F39-A18A-616A4BA032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753032"/>
            <a:ext cx="9144000" cy="2504768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Managing healthcare expenses is difficult due to lack of tracking and awareness.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People often overspend and struggle to choose the right insurance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There is no simple system that combines expense tracking with smart financial guidance.</a:t>
            </a:r>
            <a:endParaRPr lang="en-IN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01397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8582DC-8B8F-5773-F3B9-0B382CCDC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1D13157-B955-921F-107B-76F8794C04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4BE8F45-6E88-24FC-6BE1-2BF874E6C8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1828"/>
            <a:ext cx="9144000" cy="1501437"/>
          </a:xfrm>
        </p:spPr>
        <p:txBody>
          <a:bodyPr/>
          <a:lstStyle/>
          <a:p>
            <a:r>
              <a:rPr lang="en-IN" b="1" dirty="0">
                <a:latin typeface="Montserrat" panose="00000500000000000000" pitchFamily="2" charset="0"/>
              </a:rPr>
              <a:t>Target Audience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D4F7CE9C-C8FB-6FB7-4A49-DA5A4358DD8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327355" y="2556254"/>
            <a:ext cx="9655277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Students and young professionals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Families managing medical budgets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Senior citizens with frequent healthcare needs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Individuals without proper insurance awareness </a:t>
            </a:r>
          </a:p>
        </p:txBody>
      </p:sp>
    </p:spTree>
    <p:extLst>
      <p:ext uri="{BB962C8B-B14F-4D97-AF65-F5344CB8AC3E}">
        <p14:creationId xmlns:p14="http://schemas.microsoft.com/office/powerpoint/2010/main" val="36573163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C0F17-D71F-4E5D-8264-47A9F6A26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9C68430-CC32-D06A-B654-DB3AF9A537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C4DFB8E-8883-9ACA-6E6F-AA08D471DC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1828"/>
            <a:ext cx="9144000" cy="1580095"/>
          </a:xfrm>
        </p:spPr>
        <p:txBody>
          <a:bodyPr/>
          <a:lstStyle/>
          <a:p>
            <a:r>
              <a:rPr lang="en-IN" b="1" dirty="0">
                <a:latin typeface="Montserrat" panose="00000500000000000000" pitchFamily="2" charset="0"/>
              </a:rPr>
              <a:t>Existing Solutions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632734-F5D3-955D-986B-0A58CBD1BA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038168"/>
            <a:ext cx="9144000" cy="2219632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Expense apps → Too generic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Insurance platforms → Too complex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Excel/manual tracking → Time-consuming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None provide </a:t>
            </a:r>
            <a:r>
              <a:rPr lang="en-US" b="1" dirty="0"/>
              <a:t>actionable healthcare intelligence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14185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8E8092-3A14-DA37-5C79-FFB96B58F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D6E1A02-DDF7-89F3-98B0-23412617B5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B15C0A3-67F8-05CD-6B78-1C156A8A83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1828"/>
            <a:ext cx="9144000" cy="1655763"/>
          </a:xfrm>
        </p:spPr>
        <p:txBody>
          <a:bodyPr/>
          <a:lstStyle/>
          <a:p>
            <a:r>
              <a:rPr lang="en-IN" b="1" dirty="0">
                <a:latin typeface="Montserrat" panose="00000500000000000000" pitchFamily="2" charset="0"/>
              </a:rPr>
              <a:t>Gaps &amp; Opportunities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B9272C-21BB-FC22-D358-FB4BA9D50E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959419"/>
            <a:ext cx="9144000" cy="2298381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No healthcare-focused expense analysis tools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Lack of intelligent suggestions based on spending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No integration between expense tracking and insurance advice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Opportunity to simplify healthcare financial planning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08016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4A417-F70C-76F1-8DA7-9F84EA24E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8AD5367-3E92-5729-6FD7-273C70AADE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287607C-AF5E-2567-232F-3994FF9F27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1829"/>
            <a:ext cx="9144000" cy="1481772"/>
          </a:xfrm>
        </p:spPr>
        <p:txBody>
          <a:bodyPr/>
          <a:lstStyle/>
          <a:p>
            <a:r>
              <a:rPr lang="en-IN" b="1" dirty="0">
                <a:latin typeface="Montserrat" panose="00000500000000000000" pitchFamily="2" charset="0"/>
              </a:rPr>
              <a:t>Your Solution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BD9A0F-685D-2B29-DBD0-99378586E5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840038"/>
            <a:ext cx="9144000" cy="1655762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A web-based platform that tracks healthcare expenses, analyzes spending patterns, and provides smart suggestions along with AI-based insurance recommendations.</a:t>
            </a:r>
            <a:br>
              <a:rPr lang="en-US" dirty="0"/>
            </a:br>
            <a:r>
              <a:rPr lang="en-US" dirty="0"/>
              <a:t>It combines healthcare + fintech to help users make informed decisions.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79144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F72507-FD22-2E16-53F4-E66535A41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FBCE28E-E731-156C-EDC9-D5CD678B6D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C95F80B-DB77-DFBE-02AB-06459A8C98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1828"/>
            <a:ext cx="9144000" cy="1147475"/>
          </a:xfrm>
        </p:spPr>
        <p:txBody>
          <a:bodyPr/>
          <a:lstStyle/>
          <a:p>
            <a:r>
              <a:rPr lang="en-IN" b="1" dirty="0">
                <a:latin typeface="Montserrat" panose="00000500000000000000" pitchFamily="2" charset="0"/>
              </a:rPr>
              <a:t>Key Features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EDC5C063-F64D-9285-3CEC-7B7816B08A6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366683" y="2772431"/>
            <a:ext cx="9645445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Add and manage healthcare expenses (date, category, cost)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Monthly and category-wise expense analysis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Smart rule-based suggestions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AI-powered insurance recommendation system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Simple and user-friendly interface </a:t>
            </a:r>
          </a:p>
        </p:txBody>
      </p:sp>
    </p:spTree>
    <p:extLst>
      <p:ext uri="{BB962C8B-B14F-4D97-AF65-F5344CB8AC3E}">
        <p14:creationId xmlns:p14="http://schemas.microsoft.com/office/powerpoint/2010/main" val="16072100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49CE99-2961-B95A-6509-047601B34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25206E9-DF7E-9DFF-CAC2-03673EB754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81795BD-090E-6657-E419-87C2FF670F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1828"/>
            <a:ext cx="9144000" cy="1655762"/>
          </a:xfrm>
        </p:spPr>
        <p:txBody>
          <a:bodyPr/>
          <a:lstStyle/>
          <a:p>
            <a:r>
              <a:rPr lang="en-IN" b="1" dirty="0">
                <a:latin typeface="Montserrat" panose="00000500000000000000" pitchFamily="2" charset="0"/>
              </a:rPr>
              <a:t>System Architecture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681BE39-6691-E502-ACF7-4ECF8263F1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9871" y="2753032"/>
            <a:ext cx="9930582" cy="2707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63139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1081B4-DCB3-98E2-06A8-576EFC806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517783E-C433-A152-F467-61CD75CD35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F1FA6C2-5A0A-1FF0-1EBE-5E203A16E6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1828"/>
            <a:ext cx="9144000" cy="1477328"/>
          </a:xfrm>
        </p:spPr>
        <p:txBody>
          <a:bodyPr/>
          <a:lstStyle/>
          <a:p>
            <a:r>
              <a:rPr lang="en-IN" b="1" dirty="0">
                <a:latin typeface="Montserrat" panose="00000500000000000000" pitchFamily="2" charset="0"/>
              </a:rPr>
              <a:t>Tech Stack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8D47E508-5BF1-ED3E-F605-C40E5A5D31C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219200" y="2570755"/>
            <a:ext cx="4227871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Python (Flask)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Pandas (data analysis)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Matplotlib (visualization)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HTML, CSS (frontend)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38914DF-B73C-3190-8C09-876DB160A6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9317" y="2949412"/>
            <a:ext cx="6902246" cy="1625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6831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551831-6846-427E-64BB-101402158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E831684-E944-D21A-AEB7-C0CD075684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2931271-7B83-E6B0-4697-A9B3A4A0B3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1828"/>
            <a:ext cx="9144000" cy="1350011"/>
          </a:xfrm>
        </p:spPr>
        <p:txBody>
          <a:bodyPr/>
          <a:lstStyle/>
          <a:p>
            <a:r>
              <a:rPr lang="en-IN" b="1" dirty="0">
                <a:latin typeface="Montserrat" panose="00000500000000000000" pitchFamily="2" charset="0"/>
              </a:rPr>
              <a:t>Workflow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BEAB73C8-CDF5-3F57-A992-0D7166F0D0C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914400" y="2174570"/>
            <a:ext cx="9606116" cy="34655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/>
              <a:t>User logs healthcare expense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/>
              <a:t>Data is stored and structured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/>
              <a:t>System </a:t>
            </a:r>
            <a:r>
              <a:rPr lang="en-IN" dirty="0" err="1"/>
              <a:t>analyzes</a:t>
            </a:r>
            <a:r>
              <a:rPr lang="en-IN" dirty="0"/>
              <a:t> spending </a:t>
            </a:r>
            <a:r>
              <a:rPr lang="en-IN" dirty="0" err="1"/>
              <a:t>behavior</a:t>
            </a:r>
            <a:r>
              <a:rPr lang="en-IN" dirty="0"/>
              <a:t>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/>
              <a:t>Smart rules detect patterns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/>
              <a:t>AI suggests insurance plan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/>
              <a:t>User gets actionable recommendations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/>
              <a:t>Input → Insight → Intelligence → Impact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11360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D2F5D3-4344-4362-805C-8F963B278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3FB6C13-3B8B-52D8-104D-1E08E396AD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8824925-7E47-111A-5B2A-714F7E54B7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1828"/>
            <a:ext cx="9144000" cy="1570262"/>
          </a:xfrm>
        </p:spPr>
        <p:txBody>
          <a:bodyPr/>
          <a:lstStyle/>
          <a:p>
            <a:r>
              <a:rPr lang="en-IN" b="1" dirty="0">
                <a:latin typeface="Montserrat" panose="00000500000000000000" pitchFamily="2" charset="0"/>
              </a:rPr>
              <a:t>Impact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292949-4812-3723-5970-052C9D70C0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20877" y="2723535"/>
            <a:ext cx="9547123" cy="2534265"/>
          </a:xfrm>
        </p:spPr>
        <p:txBody>
          <a:bodyPr>
            <a:norm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600" dirty="0"/>
              <a:t>Helps users track and control healthcare spending 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600" dirty="0"/>
              <a:t>Promotes financial awareness in healthcare 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600" dirty="0"/>
              <a:t>Assists in choosing the right insurance plan 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600" dirty="0"/>
              <a:t>Reduces unnecessary medical expenses 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600" dirty="0"/>
              <a:t>Encourages preventive healthcare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2451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A0058-2A1B-9A2D-4ACF-404877CEE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9AED9E8-8E9E-772E-A148-23AF520FE6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F38C520-B6A8-E5A5-6C12-E50EB51E1C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1828"/>
            <a:ext cx="9144000" cy="1655762"/>
          </a:xfrm>
        </p:spPr>
        <p:txBody>
          <a:bodyPr/>
          <a:lstStyle/>
          <a:p>
            <a:r>
              <a:rPr lang="en-IN" b="1" dirty="0">
                <a:latin typeface="Montserrat" panose="00000500000000000000" pitchFamily="2" charset="0"/>
              </a:rPr>
              <a:t>Future Scope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A1D2AFCE-DCEB-CA79-39F7-F415514A178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091381" y="2896407"/>
            <a:ext cx="6480941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Mobile app integration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Real-time hospital/medicine cost comparison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Integration with health records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Advanced AI/ML predictions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Personalized insurance recommendations </a:t>
            </a:r>
          </a:p>
        </p:txBody>
      </p:sp>
    </p:spTree>
    <p:extLst>
      <p:ext uri="{BB962C8B-B14F-4D97-AF65-F5344CB8AC3E}">
        <p14:creationId xmlns:p14="http://schemas.microsoft.com/office/powerpoint/2010/main" val="36246772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5C9BC0-B449-3880-DCF1-3623A9429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3C3DCD4-1187-52B4-EA97-0B89E26E6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934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C69965-D790-CADB-8E84-39390523C4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1828"/>
            <a:ext cx="9144000" cy="1825901"/>
          </a:xfrm>
        </p:spPr>
        <p:txBody>
          <a:bodyPr/>
          <a:lstStyle/>
          <a:p>
            <a:r>
              <a:rPr lang="en-IN" b="1" dirty="0">
                <a:latin typeface="Montserrat" panose="00000500000000000000" pitchFamily="2" charset="0"/>
              </a:rPr>
              <a:t>Team Info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B8A35DE3-EB13-2BDB-C6EF-256EC4ACC71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406013" y="3320466"/>
            <a:ext cx="8986684" cy="1474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8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Sumuk Naidu: </a:t>
            </a:r>
            <a:r>
              <a:rPr lang="en-IN" sz="1800" dirty="0"/>
              <a:t>Full Stack Developer</a:t>
            </a:r>
            <a:endParaRPr lang="en-US" sz="18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l"/>
            <a:r>
              <a:rPr lang="en-US" sz="18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Esha Gupta: </a:t>
            </a:r>
            <a:r>
              <a:rPr lang="en-IN" sz="1800" dirty="0"/>
              <a:t>Backend &amp; AI Logic</a:t>
            </a:r>
            <a:endParaRPr lang="en-US" sz="18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l"/>
            <a:r>
              <a:rPr lang="en-US" sz="18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Shubham Kumar: </a:t>
            </a:r>
            <a:r>
              <a:rPr lang="en-IN" sz="1800" dirty="0"/>
              <a:t>Frontend &amp; UI Design</a:t>
            </a:r>
            <a:endParaRPr lang="en-US" sz="18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l"/>
            <a:r>
              <a:rPr lang="en-US" sz="18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Sonali Gautam: </a:t>
            </a:r>
            <a:r>
              <a:rPr lang="en-IN" sz="1800" dirty="0"/>
              <a:t>Data Analysis &amp; Testing</a:t>
            </a:r>
            <a:endParaRPr lang="en-US" sz="18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53670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</TotalTime>
  <Words>355</Words>
  <Application>Microsoft Office PowerPoint</Application>
  <PresentationFormat>Widescreen</PresentationFormat>
  <Paragraphs>69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Montserrat</vt:lpstr>
      <vt:lpstr>Open sans</vt:lpstr>
      <vt:lpstr>Office Theme</vt:lpstr>
      <vt:lpstr>Healthcare Expense Tracker &amp; AI Insurance Advisor</vt:lpstr>
      <vt:lpstr>Problem Statement </vt:lpstr>
      <vt:lpstr>Target Audience</vt:lpstr>
      <vt:lpstr>Existing Solutions</vt:lpstr>
      <vt:lpstr>Gaps &amp; Opportunities</vt:lpstr>
      <vt:lpstr>Your Solution</vt:lpstr>
      <vt:lpstr>Key Features</vt:lpstr>
      <vt:lpstr>System Architecture</vt:lpstr>
      <vt:lpstr>Tech Stack</vt:lpstr>
      <vt:lpstr>Workflow</vt:lpstr>
      <vt:lpstr>Impact</vt:lpstr>
      <vt:lpstr>Future Scope</vt:lpstr>
      <vt:lpstr>Team Info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 Pranav</dc:creator>
  <cp:lastModifiedBy>Sonali Gautam</cp:lastModifiedBy>
  <cp:revision>22</cp:revision>
  <dcterms:created xsi:type="dcterms:W3CDTF">2026-04-04T11:36:02Z</dcterms:created>
  <dcterms:modified xsi:type="dcterms:W3CDTF">2026-04-06T09:54:04Z</dcterms:modified>
</cp:coreProperties>
</file>